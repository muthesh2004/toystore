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62" r:id="rId20"/>
    <p:sldId id="263" r:id="rId21"/>
    <p:sldId id="26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92602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4803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19747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52515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06584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8352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948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07608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74250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8782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7290794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09309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3329384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74970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27163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54537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8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 spd="slow">
    <p:wipe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Toyfinity</a:t>
            </a:r>
            <a:r>
              <a:rPr dirty="0"/>
              <a:t>  </a:t>
            </a:r>
            <a:br>
              <a:rPr lang="en-US" dirty="0"/>
            </a:br>
            <a:r>
              <a:rPr dirty="0"/>
              <a:t>Online Toy Store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 by Muthesh K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Internship Report on-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083" y="1895427"/>
            <a:ext cx="6347714" cy="3880773"/>
          </a:xfrm>
        </p:spPr>
        <p:txBody>
          <a:bodyPr/>
          <a:lstStyle/>
          <a:p>
            <a:pPr marL="0" indent="0" algn="ctr">
              <a:buNone/>
            </a:pPr>
            <a:r>
              <a:rPr b="1" dirty="0"/>
              <a:t>Project</a:t>
            </a:r>
            <a:r>
              <a:rPr dirty="0"/>
              <a:t>: </a:t>
            </a:r>
            <a:r>
              <a:rPr dirty="0" err="1"/>
              <a:t>Toyfinity</a:t>
            </a:r>
            <a:r>
              <a:rPr dirty="0"/>
              <a:t> - Online Toy Store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In the domain of</a:t>
            </a:r>
          </a:p>
          <a:p>
            <a:pPr marL="0" indent="0" algn="ctr">
              <a:buNone/>
            </a:pPr>
            <a:r>
              <a:rPr lang="en-US" dirty="0"/>
              <a:t>“Full Stack Web Development”</a:t>
            </a:r>
          </a:p>
          <a:p>
            <a:pPr marL="0" indent="0" algn="ctr">
              <a:buNone/>
            </a:pPr>
            <a:r>
              <a:rPr lang="en-US" dirty="0"/>
              <a:t>BY</a:t>
            </a:r>
          </a:p>
          <a:p>
            <a:pPr marL="0" indent="0" algn="ctr">
              <a:buNone/>
            </a:pPr>
            <a:r>
              <a:rPr lang="en-US" b="1" dirty="0"/>
              <a:t>Name</a:t>
            </a:r>
            <a:r>
              <a:rPr lang="en-US" dirty="0"/>
              <a:t>: Muthesh K (U19KU22S0111)</a:t>
            </a:r>
          </a:p>
          <a:p>
            <a:pPr marL="0" indent="0" algn="ctr">
              <a:buNone/>
            </a:pPr>
            <a:r>
              <a:rPr lang="en-US" dirty="0"/>
              <a:t>Under the Guidance of </a:t>
            </a:r>
            <a:r>
              <a:rPr lang="en-US" b="1" dirty="0"/>
              <a:t>MS. NAMRATA ASWATHI</a:t>
            </a:r>
          </a:p>
          <a:p>
            <a:pPr marL="0" indent="0" algn="ctr">
              <a:buNone/>
            </a:pPr>
            <a:r>
              <a:rPr lang="en-US" dirty="0"/>
              <a:t>&amp;</a:t>
            </a:r>
          </a:p>
          <a:p>
            <a:pPr marL="0" indent="0" algn="ctr">
              <a:buNone/>
            </a:pPr>
            <a:r>
              <a:rPr lang="en-US" dirty="0"/>
              <a:t>“PRINSTON SMART ENGINEERS”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Toyfinity is an interactive online toy store that allows users to browse, search, and purchase toys. It features user authentication, shopping cart, order placement, and a responsive UI.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Toyfinity is a full-stack web application built to simulate a real-world toy e-commerce platform. It helps users explore toy products and experience seamless online shopping.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and 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Hardware:</a:t>
            </a:r>
          </a:p>
          <a:p>
            <a:r>
              <a:t>- Laptop/Desktop</a:t>
            </a:r>
          </a:p>
          <a:p>
            <a:r>
              <a:t>- 4GB RAM or more</a:t>
            </a:r>
          </a:p>
          <a:p>
            <a:r>
              <a:t>- Stable Internet</a:t>
            </a:r>
          </a:p>
          <a:p>
            <a:endParaRPr/>
          </a:p>
          <a:p>
            <a:r>
              <a:t>Software:</a:t>
            </a:r>
          </a:p>
          <a:p>
            <a:r>
              <a:t>- Node.js</a:t>
            </a:r>
          </a:p>
          <a:p>
            <a:r>
              <a:t>- MongoDB</a:t>
            </a:r>
          </a:p>
          <a:p>
            <a:r>
              <a:t>- React.js</a:t>
            </a:r>
          </a:p>
          <a:p>
            <a:r>
              <a:t>- Express.js</a:t>
            </a:r>
          </a:p>
          <a:p>
            <a:r>
              <a:t>- VS Code or any IDE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 and DFD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B6180A7A-43F0-3BFD-7CE0-F5F5957D8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2151885"/>
            <a:ext cx="50292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6283A6-F98D-D040-FF66-11CACAB94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" y="1270000"/>
            <a:ext cx="6548285" cy="1159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2696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Entity-Relationship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(ER) Diagram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following diagram illustrates the relationships between entities in the Toy Store system such as User, Product, Order, and Cart: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AB5F2F-A97C-C29D-5FE6-D234278F4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99679"/>
            <a:ext cx="184731" cy="620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2696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3C0F00-2556-FCA6-09B2-56E94BAED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162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2">
            <a:extLst>
              <a:ext uri="{FF2B5EF4-FFF2-40B4-BE49-F238E27FC236}">
                <a16:creationId xmlns:a16="http://schemas.microsoft.com/office/drawing/2014/main" id="{F176C549-305F-18DB-E77D-019F4D85B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70" y="1770336"/>
            <a:ext cx="6079253" cy="40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FE2D54-F080-1FB9-25C9-58824BC6F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" y="251592"/>
            <a:ext cx="6219893" cy="1697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2696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 Flow Diagram (DFD)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DFD illustrates how data flows between various components of the Toy Store web application including the Product DB, User Auth, Cart System, and Payment Gateway: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15D707-7358-964D-8731-0F9779C18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162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83797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73C0A-4964-07BE-7EA2-940AB94F9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>
              <a:solidFill>
                <a:srgbClr val="AFAFAF"/>
              </a:solidFill>
              <a:latin typeface="ui-sans-serif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5DAB6-E898-9816-9299-307D3B1C3507}"/>
              </a:ext>
            </a:extLst>
          </p:cNvPr>
          <p:cNvSpPr txBox="1"/>
          <p:nvPr/>
        </p:nvSpPr>
        <p:spPr>
          <a:xfrm>
            <a:off x="412953" y="524249"/>
            <a:ext cx="5496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Project Snapshots:</a:t>
            </a:r>
            <a:endParaRPr lang="en-IN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7B38850-8B41-563B-7FEF-1FA571EC0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790699"/>
            <a:ext cx="6872748" cy="386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91529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13D204-47DC-6ED3-0DB5-18660FBEC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93" y="1492045"/>
            <a:ext cx="6886951" cy="387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8598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4CA788-3E3E-6CE5-5B88-7A3BFC712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5" y="348737"/>
            <a:ext cx="6931742" cy="3899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5C7667-F752-3220-D2BF-BF7841779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13" y="4817807"/>
            <a:ext cx="7103086" cy="77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4829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0AA9-2C72-2AC1-B012-4144BFAAB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1FEAF-CB44-E3C4-1CEA-55AFAC92E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C95066-62E6-31EF-6F2A-E801ACE45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8" y="1389169"/>
            <a:ext cx="6957313" cy="391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8742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1869-47A2-2484-56CE-AB64B38B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40C18-CDAB-02D0-99B0-368CE39D8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746CE4-C774-611E-2867-44A4F04A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54" y="1573160"/>
            <a:ext cx="6899152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46920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D2D0F-ADA6-2E8C-977C-D64DCA4D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4A9F6-7806-2C4E-7B16-9446BF208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3062B5-A050-C225-F684-7F9615AE2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7" y="1559334"/>
            <a:ext cx="6899152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1838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F0B7-E45B-6588-3160-414FB6811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DF27B-1BCB-1B72-9065-9920AA1C6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52605-95C4-B456-E860-8B7CAF5D9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6" y="1602657"/>
            <a:ext cx="7049730" cy="396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799715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3B79-3CC0-B823-C25E-776ADCB2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66E0-BB14-07E5-F2F7-2A0C24257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BB6FA-F8B2-858F-40A8-1C63CFEEB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1524001"/>
            <a:ext cx="7049728" cy="396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73589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F595-DD67-2A77-E7CB-35FB2350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25A73-FA7A-53C3-C2B3-3E9C089C9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5AF52B-9126-7F93-8529-1A67E135B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93" y="1638196"/>
            <a:ext cx="7032030" cy="395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342867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632D8-BCC8-0E7B-DEFB-669F5164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F4F5A-61EC-321B-8F6D-6F268E757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10ABFA-6B93-5F85-7B4C-6CB89AF0E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1562099"/>
            <a:ext cx="7069394" cy="397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782697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C701-FD64-5D9D-4C3E-E1EF61DF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9F9E1-2723-4CFB-4390-BC4EAFA4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1E862-0782-EF27-4066-A9A174987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02" y="1440834"/>
            <a:ext cx="7069033" cy="397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69887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Database: MongoDB</a:t>
            </a:r>
          </a:p>
          <a:p>
            <a:r>
              <a:rPr dirty="0"/>
              <a:t>Collections:</a:t>
            </a:r>
          </a:p>
          <a:p>
            <a:r>
              <a:rPr dirty="0"/>
              <a:t>- Users: Stores user credentials</a:t>
            </a:r>
          </a:p>
          <a:p>
            <a:r>
              <a:rPr dirty="0"/>
              <a:t>- Products: Toy product</a:t>
            </a:r>
            <a:r>
              <a:rPr lang="en-US" dirty="0"/>
              <a:t>s</a:t>
            </a:r>
            <a:r>
              <a:rPr dirty="0"/>
              <a:t> data</a:t>
            </a:r>
          </a:p>
          <a:p>
            <a:r>
              <a:rPr dirty="0"/>
              <a:t>- Orders: Purchase order records</a:t>
            </a:r>
          </a:p>
        </p:txBody>
      </p:sp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Toyfinity</a:t>
            </a:r>
            <a:r>
              <a:rPr dirty="0"/>
              <a:t> demonstrates a functional full-stack toy shopping application with modern UI, search, cart, checkout, and order </a:t>
            </a:r>
            <a:r>
              <a:rPr lang="en-US" dirty="0"/>
              <a:t>history</a:t>
            </a:r>
            <a:r>
              <a:rPr dirty="0"/>
              <a:t> features.</a:t>
            </a:r>
          </a:p>
        </p:txBody>
      </p:sp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React.js Documentation</a:t>
            </a:r>
          </a:p>
          <a:p>
            <a:r>
              <a:rPr dirty="0"/>
              <a:t>- MongoDB Documentation</a:t>
            </a:r>
          </a:p>
          <a:p>
            <a:r>
              <a:rPr dirty="0"/>
              <a:t>- Node.js and Express.js Docs</a:t>
            </a:r>
          </a:p>
          <a:p>
            <a:r>
              <a:rPr dirty="0"/>
              <a:t>- Stack Overflow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301</Words>
  <Application>Microsoft Office PowerPoint</Application>
  <PresentationFormat>On-screen Show (4:3)</PresentationFormat>
  <Paragraphs>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</vt:lpstr>
      <vt:lpstr>Trebuchet MS</vt:lpstr>
      <vt:lpstr>ui-sans-serif</vt:lpstr>
      <vt:lpstr>Wingdings 3</vt:lpstr>
      <vt:lpstr>Facet</vt:lpstr>
      <vt:lpstr>Toyfinity   Online Toy Store</vt:lpstr>
      <vt:lpstr>Internship Report on-</vt:lpstr>
      <vt:lpstr>Abstract</vt:lpstr>
      <vt:lpstr>Introduction</vt:lpstr>
      <vt:lpstr>Hardware and Software Requirements</vt:lpstr>
      <vt:lpstr>ER Diagram and DFD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Database Details</vt:lpstr>
      <vt:lpstr>Conclusion</vt:lpstr>
      <vt:lpstr>Bibliography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Muthesh K</cp:lastModifiedBy>
  <cp:revision>9</cp:revision>
  <dcterms:created xsi:type="dcterms:W3CDTF">2013-01-27T09:14:16Z</dcterms:created>
  <dcterms:modified xsi:type="dcterms:W3CDTF">2025-05-28T18:48:52Z</dcterms:modified>
  <cp:category/>
</cp:coreProperties>
</file>